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Virtual Local Area Network (VLAN)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Teknologi Pemisahan Jaringan Secara Virtual</a:t>
            </a:r>
          </a:p>
          <a:p/>
          <a:p>
            <a:r>
              <a:t>Galang Syahputra</a:t>
            </a:r>
          </a:p>
          <a:p>
            <a:r>
              <a:t>SMK Astrindo – Kelas XI TJKT2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Pengertian VLAN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VLAN adalah singkatan dari Virtual Local Area Network.</a:t>
            </a:r>
          </a:p>
          <a:p>
            <a:r>
              <a:t>• VLAN memisahkan jaringan secara logis, bukan fisik.</a:t>
            </a:r>
          </a:p>
          <a:p>
            <a:r>
              <a:t>• Tujuannya agar jaringan lebih aman, efisien, dan terorganisir.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Fungsi VLAN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Meningkatkan keamanan jaringan</a:t>
            </a:r>
          </a:p>
          <a:p>
            <a:r>
              <a:t>2. Mengurangi broadcast domain</a:t>
            </a:r>
          </a:p>
          <a:p>
            <a:r>
              <a:t>3. Memudahkan manajemen jaringan</a:t>
            </a:r>
          </a:p>
          <a:p>
            <a:r>
              <a:t>4. Meningkatkan kinerja jaringan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Jenis-jenis VLAN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Data VLAN → Untuk lalu lintas data biasa</a:t>
            </a:r>
          </a:p>
          <a:p>
            <a:r>
              <a:t>2. Voice VLAN → Untuk komunikasi suara (VoIP)</a:t>
            </a:r>
          </a:p>
          <a:p>
            <a:r>
              <a:t>3. Management VLAN → Untuk mengelola perangkat jaringan</a:t>
            </a:r>
          </a:p>
          <a:p>
            <a:r>
              <a:t>4. Default VLAN → VLAN bawaan (biasanya VLAN 1)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Komponen VLAN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Switch Layer 2</a:t>
            </a:r>
          </a:p>
          <a:p>
            <a:r>
              <a:t>• Port VLAN</a:t>
            </a:r>
          </a:p>
          <a:p>
            <a:r>
              <a:t>• Trunk dan Access Link</a:t>
            </a:r>
          </a:p>
          <a:p>
            <a:r>
              <a:t>• VLAN Tagging (IEEE 802.1Q)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Cara Kerja VLAN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Setiap port switch dikonfigurasi ke VLAN tertentu.</a:t>
            </a:r>
          </a:p>
          <a:p>
            <a:r>
              <a:t>• Hanya perangkat di VLAN yang sama yang dapat berkomunikasi langsung.</a:t>
            </a:r>
          </a:p>
          <a:p>
            <a:r>
              <a:t>• Untuk komunikasi antar VLAN dibutuhkan router atau Layer 3 Switch.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Contoh Penerapan VLAN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Contoh:</a:t>
            </a:r>
          </a:p>
          <a:p>
            <a:r>
              <a:t>Sebuah sekolah memiliki jaringan untuk:</a:t>
            </a:r>
          </a:p>
          <a:p>
            <a:r>
              <a:t>- Guru (VLAN 10)</a:t>
            </a:r>
          </a:p>
          <a:p>
            <a:r>
              <a:t>- Siswa (VLAN 20)</a:t>
            </a:r>
          </a:p>
          <a:p>
            <a:r>
              <a:t>- Administrasi (VLAN 30)</a:t>
            </a:r>
          </a:p>
          <a:p/>
          <a:p>
            <a:r>
              <a:t>Dengan VLAN, masing-masing jaringan tidak saling mengganggu dan lebih aman.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Kelebihan dan Kekurangan VLAN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Kelebihan:</a:t>
            </a:r>
          </a:p>
          <a:p>
            <a:r>
              <a:t>• Jaringan lebih aman</a:t>
            </a:r>
          </a:p>
          <a:p>
            <a:r>
              <a:t>• Mudah dikelola</a:t>
            </a:r>
          </a:p>
          <a:p>
            <a:r>
              <a:t>• Mengurangi beban jaringan</a:t>
            </a:r>
          </a:p>
          <a:p/>
          <a:p>
            <a:r>
              <a:t>Kekurangan:</a:t>
            </a:r>
          </a:p>
          <a:p>
            <a:r>
              <a:t>• Membutuhkan konfigurasi tambahan</a:t>
            </a:r>
          </a:p>
          <a:p>
            <a:r>
              <a:t>• Memerlukan switch yang mendukung VLAN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Kesimpulan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VLAN memisahkan jaringan secara virtual untuk meningkatkan keamanan, efisiensi, dan pengelolaan jaringan. Teknologi ini sangat penting dalam jaringan modern seperti kampus, sekolah, dan kantor.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Daftar Pustaka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Cisco Networking Academy – Introduction to VLANs</a:t>
            </a:r>
          </a:p>
          <a:p>
            <a:r>
              <a:t>2. Wikipedia – Virtual LAN</a:t>
            </a:r>
          </a:p>
          <a:p>
            <a:r>
              <a:t>3. Modul Jaringan Komputer SMK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